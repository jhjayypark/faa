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Moonachie 창고 5월 재고 불일치 Interview Findings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Moonachie 창고 5월 재고 불일치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Jun 10,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FNS - New Jersey / Moonachie, FNS - Secaucus, NJ (Temp Annex)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FAA / FNS Audit Assistant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Incident Context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NJ Moonachie 창고 5월 말 재고 실사에서 전산 1,240박스 대비 실물 1,168박스로 72박스(약 $43,000) 차이 확인. 5/17 무단 출고 의심 건 포함. 야간 시프트 기록 관리 부실 정황.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Interviewee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INTERVIEWEE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김민수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DATE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 specified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DATE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Jun 10,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Q&amp;A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SPLIT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High / 8 Medium / 2 Low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REPORT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of 20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FILES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4224528"/>
            <a:ext cx="110916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김민수_인터뷰_녹취록.txt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수기노트_김민수_면담.md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Findings (1 of 2)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54480" y="1371600"/>
            <a:ext cx="10085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말 재고 실사에서 전산 수량과 실물 수량 차이가 얼마나 발생했습니까?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755648"/>
            <a:ext cx="100858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전산상으로는 1,240박스인데 실물은 1,168박스였습니다. 72박스 차이가 났고, 금액으로는 약 43,000달러 정도입니다.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04872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54480" y="2359152"/>
            <a:ext cx="10085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차이를 처음 인지한 시점은 언제입니까?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743200"/>
            <a:ext cx="100858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29일 마감 실사 때 처음 확인했습니다. 그 전 주 주간 점검에서는 차이가 없었습니다.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92424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4480" y="3346704"/>
            <a:ext cx="10085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권한 없이 출고 기록을 수정할 수 있는 사람이 있습니까?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730752"/>
            <a:ext cx="100858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원칙적으로는 없습니다. 다만 관리자 계정 비밀번호가 사무실 게시판에 적혀 있어서, 사실상 야간 근무자 누구나 접근할 수 있었습니다.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79976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54480" y="4334256"/>
            <a:ext cx="10085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중 승인 없이 출고된 건이 있었는지 알고 계십니까?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718304"/>
            <a:ext cx="100858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17일 토요일에 고객 긴급 요청이라며 결재 없이 35박스가 출고된 건이 있습니다. 박지현 매니저가 처리했고, 사후 결재를 받겠다고 했는데 전표가 아직 없습니다.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367528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54480" y="5321808"/>
            <a:ext cx="10085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CCTV는 확인해 보셨습니까?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5705856"/>
            <a:ext cx="100858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 구역 CCTV는 5월 중순부터 고장 나 있었습니다. 수리 요청은 4월에 이미 올렸는데 처리가 안 됐습니다.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Findings (2 of 2)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54480" y="1371600"/>
            <a:ext cx="10085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과거에도 비슷한 재고 차이가 있었습니까?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755648"/>
            <a:ext cx="100858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 11월에 12박스 차이가 한 번 있었는데, 그때는 전산 입력 오류로 확인돼서 정정 처리했습니다.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04872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54480" y="2359152"/>
            <a:ext cx="10085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마지막으로, 재고 관리 절차에서 개선이 필요하다고 생각하는 부분이 있습니까?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743200"/>
            <a:ext cx="100858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계정 공유를 막아야 하고, 긴급 출고도 최소한 당일 전자결재는 받도록 해야 한다고 생각합니다. 그리고 CCTV 수리가 너무 늦어지는 것도 문제입니다.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92424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4480" y="3346704"/>
            <a:ext cx="10085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노트에 기록된 사항은?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730752"/>
            <a:ext cx="100858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차이 72박스, 약 $43,000. 5/29 마감 실사에서 확인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79976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54480" y="4334256"/>
            <a:ext cx="10085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노트에 기록된 사항은?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718304"/>
            <a:ext cx="100858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5/17(토) 결재 없이 35박스 출고. 박지현 처리, 전표 없음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367528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54480" y="5321808"/>
            <a:ext cx="10085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의견 관련 기록 내용은?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5705856"/>
            <a:ext cx="100858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공유 금지, 긴급 출고 당일 전자결재, CCTV 수리 지연 문제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안녕하세요. 오늘 인터뷰는 5월 재고 불일치 건 관련입니다. 먼저 본인 업무를 간단히 설명해 주시겠어요?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71632" y="1280160"/>
            <a:ext cx="868680" cy="274320"/>
          </a:xfrm>
          <a:prstGeom prst="rect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네, 저는 Moonachie 창고에서 입출고 관리와 재고 실사를 총괄하고 있습니다. 2022년부터 운영팀장을 맡았습니다.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40156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김민수_인터뷰_녹취록.txt, "네, 저는 Moonachie 창고에서 입출고 관리와 재고 실사를 총괄하고 있습니다. 2022년부터 운영팀장을 맡았습니다."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97764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5월 말 재고 실사에서 전산 수량과 실물 수량 차이가 얼마나 발생했습니까?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71632" y="3977640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전산상으로는 1,240박스인데 실물은 1,168박스였습니다. 72박스 차이가 났고, 금액으로는 약 43,000달러 정도입니다.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099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김민수_인터뷰_녹취록.txt, "전산상으로는 1,240박스인데 실물은 1,168박스였습니다. 72박스 차이가 났고, 금액으로는 약 43,000달러 정도입니다."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차이를 처음 인지한 시점은 언제입니까?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71632" y="1280160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5월 29일 마감 실사 때 처음 확인했습니다. 그 전 주 주간 점검에서는 차이가 없었습니다.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40156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김민수_인터뷰_녹취록.txt, "5월 29일 마감 실사 때 처음 확인했습니다. 그 전 주 주간 점검에서는 차이가 없었습니다."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97764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출고 기록은 누가 입력합니까?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71632" y="3977640"/>
            <a:ext cx="868680" cy="27432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보통은 출고 담당자가 입력하는데, 5월에는 인원이 부족해서 야간 시프트에서는 박지현 매니저가 대신 입력한 경우가 있었습니다.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099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김민수_인터뷰_녹취록.txt, "보통은 출고 담당자가 입력하는데, 5월에는 인원이 부족해서 야간 시프트에서는 박지현 매니저가 대신 입력한 경우가 있었습니다."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시스템 권한 없이 출고 기록을 수정할 수 있는 사람이 있습니까?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71632" y="1280160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원칙적으로는 없습니다. 다만 관리자 계정 비밀번호가 사무실 게시판에 적혀 있어서, 사실상 야간 근무자 누구나 접근할 수 있었습니다.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40156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김민수_인터뷰_녹취록.txt, "원칙적으로는 없습니다. 다만 관리자 계정 비밀번호가 사무실 게시판에 적혀 있어서, 사실상 야간 근무자 누구나 접근할 수 있었습니다."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97764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5월 중 승인 없이 출고된 건이 있었는지 알고 계십니까?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71632" y="3977640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5월 17일 토요일에 고객 긴급 요청이라며 결재 없이 35박스가 출고된 건이 있습니다. 박지현 매니저가 처리했고, 사후 결재를 받겠다고 했는데 전표가 아직 없습니다.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099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김민수_인터뷰_녹취록.txt, "5월 17일 토요일에 고객 긴급 요청이라며 결재 없이 35박스가 출고된 건이 있습니다. 박지현 매니저가 처리했고, 사후 결재를 받겠다고 했는데..."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해당 건에 대해 박지현 매니저에게 직접 확인하셨습니까?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71632" y="1280160"/>
            <a:ext cx="868680" cy="27432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네, 물어봤는데 본사 영업팀 지시였다고만 했습니다. 어느 담당자인지는 못 들었습니다.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40156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김민수_인터뷰_녹취록.txt, "네, 물어봤는데 본사 영업팀 지시였다고만 했습니다. 어느 담당자인지는 못 들었습니다."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97764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CCTV는 확인해 보셨습니까?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71632" y="3977640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적재 구역 CCTV는 5월 중순부터 고장 나 있었습니다. 수리 요청은 4월에 이미 올렸는데 처리가 안 됐습니다.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099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김민수_인터뷰_녹취록.txt, "적재 구역 CCTV는 5월 중순부터 고장 나 있었습니다. 수리 요청은 4월에 이미 올렸는데 처리가 안 됐습니다."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창고 출입 기록은 남아 있습니까?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71632" y="1280160"/>
            <a:ext cx="868680" cy="27432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출입카드 기록은 남아 있습니다. 5월 17일 저녁에 박지현 매니저와 외부 트럭 기사 한 명이 출입한 기록이 있다고 들었습니다.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40156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김민수_인터뷰_녹취록.txt, "출입카드 기록은 남아 있습니다. 5월 17일 저녁에 박지현 매니저와 외부 트럭 기사 한 명이 출입한 기록이 있다고 들었습니다."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97764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과거에도 비슷한 재고 차이가 있었습니까?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71632" y="3977640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작년 11월에 12박스 차이가 한 번 있었는데, 그때는 전산 입력 오류로 확인돼서 정정 처리했습니다.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099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김민수_인터뷰_녹취록.txt, "작년 11월에 12박스 차이가 한 번 있었는데, 그때는 전산 입력 오류로 확인돼서 정정 처리했습니다."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이번 차이도 입력 오류일 가능성이 있다고 보십니까?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71632" y="1280160"/>
            <a:ext cx="868680" cy="27432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72박스면 입력 오류로 보기에는 너무 큽니다. 정확한 원인은 모르겠습니다.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40156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김민수_인터뷰_녹취록.txt, "72박스면 입력 오류로 보기에는 너무 큽니다. 정확한 원인은 모르겠습니다."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97764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마지막으로, 재고 관리 절차에서 개선이 필요하다고 생각하는 부분이 있습니까?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71632" y="3977640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관리자 계정 공유를 막아야 하고, 긴급 출고도 최소한 당일 전자결재는 받도록 해야 한다고 생각합니다. 그리고 CCTV 수리가 너무 늦어지는 것도 문제입니다.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099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김민수_인터뷰_녹취록.txt, "관리자 계정 공유를 막아야 하고, 긴급 출고도 최소한 당일 전자결재는 받도록 해야 한다고 생각합니다. 그리고 CCTV 수리가 너무 늦어지는 것도..."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수기 노트에 기록된 사항은?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71632" y="1280160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재고 차이 72박스, 약 $43,000. 5/29 마감 실사에서 확인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40156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수기노트_김민수_면담.md, "재고 차이 72박스, 약 $43,000. 5/29 마감 실사에서 확인"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97764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수기 노트에 기록된 사항은?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71632" y="3977640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5/17(토) 결재 없이 35박스 출고. 박지현 처리, 전표 없음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099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수기노트_김민수_면담.md, "5/17(토) 결재 없이 35박스 출고. 박지현 처리, 전표 없음"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수기 노트에 기록된 사항은?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71632" y="1280160"/>
            <a:ext cx="868680" cy="27432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관리자 계정 PW 게시판에 노출. 야간 근무자 전원 접근 가능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40156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수기노트_김민수_면담.md, "관리자 계정 PW 게시판에 노출. 야간 근무자 전원 접근 가능"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97764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CCTV 관련 기록 내용은?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71632" y="3977640"/>
            <a:ext cx="868680" cy="27432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적재 구역 5월 중순부터 고장. 4월에 수리 요청했으나 미처리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099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수기노트_김민수_면담.md, "적재 구역 5월 중순부터 고장. 4월에 수리 요청했으나 미처리"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수기 노트에 기록된 사항은?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71632" y="1280160"/>
            <a:ext cx="868680" cy="27432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작년 11월 12박스 차이는 전산 입력 오류로 정정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40156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수기노트_김민수_면담.md, "작년 11월 12박스 차이는 전산 입력 오류로 정정"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97764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추가 확인 필요 관련 기록 내용은?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71632" y="3977640"/>
            <a:ext cx="868680" cy="27432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본사 영업팀 지시 여부, 박지현 면담 일정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099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수기노트_김민수_면담.md, "본사 영업팀 지시 여부, 박지현 면담 일정"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85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개선 의견 관련 기록 내용은?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71632" y="1280160"/>
            <a:ext cx="868680" cy="274320"/>
          </a:xfrm>
          <a:prstGeom prst="rect">
            <a:avLst/>
          </a:prstGeom>
          <a:solidFill>
            <a:srgbClr val="B423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09167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계정 공유 금지, 긴급 출고 당일 전자결재, CCTV 수리 지연 문제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40156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수기노트_김민수_면담.md, "계정 공유 금지, 긴급 출고 당일 전자결재, CCTV 수리 지연 문제"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Appendix: Selected Q&amp;A (1 of 3)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132588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안녕하세요. 오늘 인터뷰는 5월 재고 불일치 건 관련입니다. 먼저 본인 업무를 간단히 설명해 주시겠어요?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928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892808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말 재고 실사에서 전산 수량과 실물 수량 차이가 얼마나 발생했습니까?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5973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459736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차이를 처음 인지한 시점은 언제입니까?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02666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3026664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 기록은 누가 입력합니까?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5935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3593592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권한 없이 출고 기록을 수정할 수 있는 사람이 있습니까?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16052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중 승인 없이 출고된 건이 있었는지 알고 계십니까?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2744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4727448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건에 대해 박지현 매니저에게 직접 확인하셨습니까?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29437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5294376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CCTV는 확인해 보셨습니까?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Appendix: Selected Q&amp;A (2 of 3)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132588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 출입 기록은 남아 있습니까?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928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892808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과거에도 비슷한 재고 차이가 있었습니까?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5973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459736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차이도 입력 오류일 가능성이 있다고 보십니까?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02666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3026664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마지막으로, 재고 관리 절차에서 개선이 필요하다고 생각하는 부분이 있습니까?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5935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3593592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노트에 기록된 사항은?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16052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노트에 기록된 사항은?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2744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4727448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노트에 기록된 사항은?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29437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5294376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관련 기록 내용은?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7665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Appendix: Selected Q&amp;A (3 of 3)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132588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노트에 기록된 사항은?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928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892808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확인 필요 관련 기록 내용은?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5973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459736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의견 관련 기록 내용은?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Moonachie 창고 5월 재고 불일치 Interview Findings</dc:title>
  <dc:subject>PptxGenJS Presentation</dc:subject>
  <dc:creator>FAA / FNS Audit Assistant</dc:creator>
  <cp:lastModifiedBy>FAA / FNS Audit Assistant</cp:lastModifiedBy>
  <cp:revision>1</cp:revision>
  <dcterms:created xsi:type="dcterms:W3CDTF">2026-06-10T07:38:21Z</dcterms:created>
  <dcterms:modified xsi:type="dcterms:W3CDTF">2026-06-10T07:38:21Z</dcterms:modified>
</cp:coreProperties>
</file>